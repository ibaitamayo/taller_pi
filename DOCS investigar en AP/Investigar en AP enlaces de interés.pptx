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>
        <p:scale>
          <a:sx n="50" d="100"/>
          <a:sy n="50" d="100"/>
        </p:scale>
        <p:origin x="2141" y="1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400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28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77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576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301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7831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085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1339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907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174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605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18D37-1620-4881-87BD-D9BB82A6949D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F5FBC-041E-4855-8DEA-C7DDF3540EE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45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varrabiomed.es/es/form/asesoria-unidad-de-metodologi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navarrabiomed.es/sites/default/files/archivos/documentacion/normativa_metodologia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 smtClean="0"/>
              <a:t>Enlaces de interés para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_tradnl" dirty="0" smtClean="0"/>
              <a:t>Investigar en Atención Primaria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190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b="63908"/>
          <a:stretch/>
        </p:blipFill>
        <p:spPr>
          <a:xfrm>
            <a:off x="244843" y="274065"/>
            <a:ext cx="7078063" cy="1320274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5617029" y="104503"/>
            <a:ext cx="999308" cy="1162594"/>
          </a:xfrm>
          <a:prstGeom prst="ellipse">
            <a:avLst/>
          </a:prstGeom>
          <a:noFill/>
          <a:ln w="635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43" y="2233717"/>
            <a:ext cx="7322906" cy="4115464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 flipH="1">
            <a:off x="2344994" y="1267097"/>
            <a:ext cx="3495367" cy="379160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1435862" y="4955457"/>
            <a:ext cx="999308" cy="339213"/>
          </a:xfrm>
          <a:prstGeom prst="ellipse">
            <a:avLst/>
          </a:prstGeom>
          <a:noFill/>
          <a:ln w="635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3482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48" y="1414010"/>
            <a:ext cx="8065274" cy="424003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523548" y="865555"/>
            <a:ext cx="9951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>
                <a:hlinkClick r:id="rId3"/>
              </a:rPr>
              <a:t>https://www.navarrabiomed.es/es/form/asesoria-unidad-de-metodologia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523548" y="301860"/>
            <a:ext cx="5922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smtClean="0"/>
              <a:t>Solicitud de asesoría Metodológica</a:t>
            </a:r>
            <a:endParaRPr lang="es-ES" sz="2800" dirty="0"/>
          </a:p>
        </p:txBody>
      </p:sp>
      <p:sp>
        <p:nvSpPr>
          <p:cNvPr id="7" name="Rectángulo 6"/>
          <p:cNvSpPr/>
          <p:nvPr/>
        </p:nvSpPr>
        <p:spPr>
          <a:xfrm>
            <a:off x="523548" y="6123355"/>
            <a:ext cx="10546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https://</a:t>
            </a:r>
            <a:r>
              <a:rPr lang="es-ES" dirty="0" smtClean="0">
                <a:hlinkClick r:id="rId4"/>
              </a:rPr>
              <a:t>www.navarrabiomed.es/sites/default/files/archivos/documentacion/normativa_metodologia.pdf</a:t>
            </a:r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246758"/>
            <a:ext cx="8011643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6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0" y="1140248"/>
            <a:ext cx="9953629" cy="373041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23548" y="301860"/>
            <a:ext cx="5922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smtClean="0"/>
              <a:t>Petición datos </a:t>
            </a:r>
            <a:r>
              <a:rPr lang="es-ES_tradnl" sz="2800" dirty="0" err="1" smtClean="0"/>
              <a:t>Bardena</a:t>
            </a:r>
            <a:endParaRPr lang="es-ES" sz="28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2" y="4122009"/>
            <a:ext cx="10226040" cy="5232306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>
          <a:xfrm>
            <a:off x="1310641" y="3337560"/>
            <a:ext cx="2514600" cy="649180"/>
          </a:xfrm>
          <a:prstGeom prst="ellipse">
            <a:avLst/>
          </a:prstGeom>
          <a:noFill/>
          <a:ln w="635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8" name="Conector recto de flecha 7"/>
          <p:cNvCxnSpPr>
            <a:stCxn id="7" idx="5"/>
          </p:cNvCxnSpPr>
          <p:nvPr/>
        </p:nvCxnSpPr>
        <p:spPr>
          <a:xfrm>
            <a:off x="3456986" y="3891670"/>
            <a:ext cx="200614" cy="97899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45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21</Words>
  <Application>Microsoft Office PowerPoint</Application>
  <PresentationFormat>Panorámica</PresentationFormat>
  <Paragraphs>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Enlaces de interés para</vt:lpstr>
      <vt:lpstr>Presentación de PowerPoint</vt:lpstr>
      <vt:lpstr>Presentación de PowerPoint</vt:lpstr>
      <vt:lpstr>Presentación de PowerPoint</vt:lpstr>
    </vt:vector>
  </TitlesOfParts>
  <Company>Gobierno de Navarra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Documentos de interés</dc:title>
  <dc:creator>D127022</dc:creator>
  <cp:lastModifiedBy>D127022</cp:lastModifiedBy>
  <cp:revision>2</cp:revision>
  <dcterms:created xsi:type="dcterms:W3CDTF">2025-12-11T07:07:16Z</dcterms:created>
  <dcterms:modified xsi:type="dcterms:W3CDTF">2025-12-11T07:22:43Z</dcterms:modified>
</cp:coreProperties>
</file>